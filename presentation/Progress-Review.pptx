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review with Prof. Aiello. Goal: show what I built and found in ~3 months and get guidance on scope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stakes: these tools are everywhere, they work by sending your text to their servers, and by their own policies some keep it and train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 and the four objectives from my proposal. Stress differ across tools and controlled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steps: plant secrets plus a canary, paste into a clean field, mitmproxy decrypts the traffic, search for the canary and measure coverage, compare against a no-extension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mitmproxy is an open-source HTTPS proxy that decrypts the traffic. Its certificate is trusted only inside my test Firefox profile, so I can read the browser's own encrypted traffic on my own machine. Supporting tools: Kali Linux, isolated profiles, a Python analyzer.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rigour: isolated Kali VM, one tool per profile, decryption trusted only in the test profile, five runs each, and a real manual paste.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12 of 12 secrets, not the percentage. Both tools sent essentially the whole document; 100 percent HTTPS, zero hidden handshakes, identical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what was planted and that all twelve were transmitted by both tools. Makes 12 of 12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proof. This unique string exists nowhere else, yet it appeared in the traffic seconds after a paste. Undeniable evidence the document left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work measured how many extensions leak or audited AI assistants with the same method. My contribution is how much of a specific document, with canary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sustained work from 13 April: proposal, environment, building the pipeline, data collection, report and research. I have also started drafting the written report and will expand it once I have your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what I built to each proposal requirement. All met. Breadth of scope is the discussion for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main ask: narrow to browser grammar checkers, or broaden to a different integration type such as a desktop app or an AI assistant.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him and invite questions. If there is time, propose a standing bi-weekly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  ·  JULY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Data Exposure in LLM-Integrated Productivity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confidential document do writing-assistant browser extensions silently send to their servers?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Marawan Eldeib</a:t>
            </a:r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Matrikelnummer 3764796   ·   Supervisor: Prof. Marco Aiello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830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40M+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Grammarly users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0" y="17830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2628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Fortune 500 use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17830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3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321040" y="28803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users run ≥1 browser extension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work by sending the text you type or paste to their own servers for analysis. The processing is server-side — so the content must leave your machine. Most users never see it happen.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B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by their own policies:  </a:t>
            </a:r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keeps your text and, for individual accounts, trains its models on it by default. LanguageTool does neither.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Grammarly &amp; LanguageTool privacy policies (read July 2026); LayerX 2026.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EF3FB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63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23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user data exposure differ across LLM-integrated productivity tools during controlled use?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controlled setup for evaluating these tools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9502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9502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user data exposure during tool use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7914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exposure across tools under identical conditions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63270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632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56327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each tool with a clear exposure + confidence assessment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proposal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measurement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73736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965960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" y="3200400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unique secrets +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UUID canary in 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88920" y="173736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98648" y="3200400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controlled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with one tool's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active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4920" y="173736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965960"/>
            <a:ext cx="548640" cy="548640"/>
          </a:xfrm>
          <a:prstGeom prst="ellipse">
            <a:avLst/>
          </a:prstGeom>
          <a:solidFill>
            <a:srgbClr val="223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3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3200400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decrypts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outbound HTTPS/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traffic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60920" y="173736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965960"/>
            <a:ext cx="548640" cy="54864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70648" y="3200400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traffic for the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+ how much of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appears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46920" y="1737360"/>
            <a:ext cx="2103120" cy="329184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24160" y="196596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469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56648" y="3200400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no-extension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subtract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noise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canary is the key idea: </a:t>
            </a:r>
            <a:pPr indent="0" marL="0">
              <a:buNone/>
            </a:pPr>
            <a:r>
              <a:rPr lang="en-US" sz="16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that exists nowhere else, so finding it in the traffic is undeniable proof the document left the machine.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— mitmproxy &amp; the CA certificate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 w="15240">
            <a:solidFill>
              <a:srgbClr val="E3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Firefox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profile —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 the mitmproxy 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1F5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mitmproxy 12.2.3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decrypts HTTPS / WebSocket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runs the capture add-on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691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4F6FA"/>
          </a:solidFill>
          <a:ln w="15240">
            <a:solidFill>
              <a:srgbClr val="E3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servers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0" y="2395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 /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LanguageTool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31920" y="16916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72400" y="1691640"/>
            <a:ext cx="457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490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2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 (certificate authority):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makes its own certificate, and we trust it only inside the test profile — so the browser lets us read its own encrypted traffic. Legitimate because it is our machine, our browser, our certificate.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732788" cy="502920"/>
          </a:xfrm>
          <a:prstGeom prst="roundRect">
            <a:avLst>
              <a:gd name="adj" fmla="val 45455"/>
            </a:avLst>
          </a:prstGeom>
          <a:solidFill>
            <a:srgbClr val="F0F2F6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66360"/>
            <a:ext cx="1732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VM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55748" y="5166360"/>
            <a:ext cx="2994660" cy="502920"/>
          </a:xfrm>
          <a:prstGeom prst="roundRect">
            <a:avLst>
              <a:gd name="adj" fmla="val 45455"/>
            </a:avLst>
          </a:prstGeom>
          <a:solidFill>
            <a:srgbClr val="F0F2F6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5748" y="5166360"/>
            <a:ext cx="2994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Firefox profiles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24728" y="5166360"/>
            <a:ext cx="2048256" cy="502920"/>
          </a:xfrm>
          <a:prstGeom prst="roundRect">
            <a:avLst>
              <a:gd name="adj" fmla="val 45455"/>
            </a:avLst>
          </a:prstGeom>
          <a:solidFill>
            <a:srgbClr val="F0F2F6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5166360"/>
            <a:ext cx="2048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12.2.3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47304" y="5166360"/>
            <a:ext cx="2889504" cy="502920"/>
          </a:xfrm>
          <a:prstGeom prst="roundRect">
            <a:avLst>
              <a:gd name="adj" fmla="val 45455"/>
            </a:avLst>
          </a:prstGeom>
          <a:solidFill>
            <a:srgbClr val="F0F2F6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5166360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(stdlib) analyzer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controlled, reproducible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Isolated:  </a:t>
            </a:r>
            <a:pPr indent="0" marL="0">
              <a:buNone/>
            </a:pPr>
            <a:r>
              <a:rPr lang="en-US" sz="16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VM; a separate Firefox profile per tool, only that tool's extension active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5328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Unambiguous:  </a:t>
            </a:r>
            <a:pPr indent="0" marL="0">
              <a:buNone/>
            </a:pPr>
            <a:r>
              <a:rPr lang="en-US" sz="16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“confidential memo” (2,065 chars) with 12 planted identifiers + a UUID canary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46557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 </a:t>
            </a:r>
            <a:pPr indent="0" marL="0">
              <a:buNone/>
            </a:pPr>
            <a:r>
              <a:rPr lang="en-US" sz="16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runs per tool + 3 baseline runs, an identical locked protocol every time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39826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 </a:t>
            </a:r>
            <a:pPr indent="0" marL="0">
              <a:buNone/>
            </a:pPr>
            <a:r>
              <a:rPr lang="en-US" sz="16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manual Ctrl+V (a scripted paste doesn’t trigger the tool); un-decryptable traffic is counted, not hidden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both tools sent the whole document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5212080"/>
            <a:ext cx="6035040" cy="0"/>
          </a:xfrm>
          <a:prstGeom prst="line">
            <a:avLst/>
          </a:prstGeom>
          <a:noFill/>
          <a:ln w="19050">
            <a:solidFill>
              <a:srgbClr val="C7C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315261"/>
            <a:ext cx="1280160" cy="2896819"/>
          </a:xfrm>
          <a:prstGeom prst="roundRect">
            <a:avLst>
              <a:gd name="adj" fmla="val 2143"/>
            </a:avLst>
          </a:prstGeom>
          <a:solidFill>
            <a:srgbClr val="B23A4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1213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6156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secrets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5596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2523012"/>
            <a:ext cx="1280160" cy="2689068"/>
          </a:xfrm>
          <a:prstGeom prst="roundRect">
            <a:avLst>
              <a:gd name="adj" fmla="val 2143"/>
            </a:avLst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1389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693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secrets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0" y="5596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LanguageTool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4754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5266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0/12 secrets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5596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05332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sent 100% of the content and all 12 secrets — </a:t>
            </a:r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99 vs 92 gap is whitespace only.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0" y="16459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75564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69680" y="16459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secrets sent — including the canary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10896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321868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869680" y="31089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was HTTPS; 0 handshakes hidden from 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457200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468172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3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pp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869680" y="45720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 — identical on every single run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 planted secrets — all transmitted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5636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Helena Voss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43000" y="18928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313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HV-2026-391847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26426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0632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Theodora Baumgartner-Klein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33924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58184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theodora.baumgartner@priv-research-demo.invalid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4142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07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5628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+49 30 4827-9153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4892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57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53126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Nighthawk-3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" y="56418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codename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50876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15636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XREF-291-ALPHA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66560" y="18928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2258568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2313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NHK3-RES-7741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66560" y="26426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 code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3008376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0632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AC-2026-00293-DELTA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766560" y="33924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code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3758184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66560" y="38130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2026-LGL-00847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66560" y="414223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4507992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4507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66560" y="45628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DE-291-847-3309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766560" y="4892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registration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525780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BEDED"/>
          </a:solidFill>
          <a:ln w="16510">
            <a:solidFill>
              <a:srgbClr val="B23A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5257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66560" y="53126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CANARY-BC267061-67DC-485B-8E51-6F5494765CAB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66560" y="56418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canary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 transmitted</a:t>
            </a:r>
            <a:pPr indent="0" marL="0">
              <a:buNone/>
            </a:pPr>
            <a:r>
              <a:rPr lang="en-US" sz="13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both Grammarly and LanguageTool — including the canary.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proof: one unforgeable token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C1526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D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CANARY-BC267061-67DC-485B-8E51-6F5494765CAB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string exists nowhere else on the internet.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41148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appeared in the traffic bound for the tool’s servers, seconds after an ordinary paste. There is no innocent explanation — it could only have come from the confidential document. This is the headline result: not a percentage, but undeniable, per-secret proof.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the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extensions leak: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Starov (WWW’17), Mystique (CCS’18, 181k extensions), Arcanum (USENIX’24 — 3,028 extensions, up to 144M users).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AI assistants: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Vekaria “Big Help or Big Brother?” (USENIX’25) used the same MITM-decryption method on GenAI assistants.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EAF6F1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measured HOW MUCH of a specific confidential document writing assistants transmit, with per-secret canary proof.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writing-assistant, canary-proven complement to Vekaria — the same interception principle, narrowed to one reproducible threat model and strengthened so every individual leak is provable, not just observed in aggregate.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months of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81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50976" y="2011680"/>
            <a:ext cx="0" cy="29260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813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 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14813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kickoff: proposal, background reading, threat model &amp; scope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0976" y="2834640"/>
            <a:ext cx="0" cy="29260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3042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3042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Kali Linux + mitmproxy; synthetic test document with planted secrets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1272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" y="3657600"/>
            <a:ext cx="0" cy="29260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12724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May–Jun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3240" y="312724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capture add-on + analyzer; three internal review passes fixing the instrument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85800" y="395020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0976" y="4480560"/>
            <a:ext cx="0" cy="29260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9502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Jun–Jul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63240" y="39502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Grammarly, LanguageTool, baseline (13 runs); analysis + dashboard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85800" y="4773168"/>
            <a:ext cx="530352" cy="5303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73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17320" y="47731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63240" y="477316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LaTeX report, cited related-work research, and a managed reference library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EF3FB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produced:  </a:t>
            </a:r>
            <a:pPr indent="0" marL="0">
              <a:buNone/>
            </a:pPr>
            <a:r>
              <a:rPr lang="en-US" sz="14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lines of Python  ·  13 timestamped capture runs  ·  15+ documents  ·  a compiled research report  ·  a cited literature digest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proposal: delivered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EAF6F1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setup + identical 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measured (content, bytes, requests, domains)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No-extension baseline for comparison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result + confidence (consistency &amp; completeness)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50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mitmproxy + Python + JSON, as proposed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the method fully meets the proposal as specified.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I’d value your guidance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methodology sound as it stands — anything you'd add or change in how I measured it?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3063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scope you expected — or did you have other tools or directions in mind (e.g. a desktop app or an AI-assistant extension)?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4434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required report template or format — length, structure, citation style — and do you need the standard declaration of originality?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 in LLM-Integrated Tools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Marawan Eldeib</a:t>
            </a:r>
            <a:pPr indent="0" marL="0">
              <a:buNone/>
            </a:pPr>
            <a:r>
              <a:rPr lang="en-US" sz="1400" dirty="0">
                <a:solidFill>
                  <a:srgbClr val="8E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marawandeep13@gmail.com   ·   Matrikelnummer 3764796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2026-07-23T09:36:40Z</dcterms:created>
  <dcterms:modified xsi:type="dcterms:W3CDTF">2026-07-23T09:36:40Z</dcterms:modified>
</cp:coreProperties>
</file>